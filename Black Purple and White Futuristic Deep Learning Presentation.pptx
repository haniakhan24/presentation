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Garet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911723" y="8358188"/>
            <a:ext cx="5385929" cy="900112"/>
            <a:chOff x="0" y="0"/>
            <a:chExt cx="1418516" cy="237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516" cy="237067"/>
            </a:xfrm>
            <a:custGeom>
              <a:avLst/>
              <a:gdLst/>
              <a:ahLst/>
              <a:cxnLst/>
              <a:rect r="r" b="b" t="t" l="l"/>
              <a:pathLst>
                <a:path h="237067" w="1418516">
                  <a:moveTo>
                    <a:pt x="0" y="0"/>
                  </a:moveTo>
                  <a:lnTo>
                    <a:pt x="1418516" y="0"/>
                  </a:lnTo>
                  <a:lnTo>
                    <a:pt x="1418516" y="237067"/>
                  </a:lnTo>
                  <a:lnTo>
                    <a:pt x="0" y="2370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18516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358188"/>
            <a:ext cx="7480312" cy="900112"/>
            <a:chOff x="0" y="0"/>
            <a:chExt cx="1970123" cy="237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0123" cy="237067"/>
            </a:xfrm>
            <a:custGeom>
              <a:avLst/>
              <a:gdLst/>
              <a:ahLst/>
              <a:cxnLst/>
              <a:rect r="r" b="b" t="t" l="l"/>
              <a:pathLst>
                <a:path h="237067" w="1970123">
                  <a:moveTo>
                    <a:pt x="103497" y="0"/>
                  </a:moveTo>
                  <a:lnTo>
                    <a:pt x="1866626" y="0"/>
                  </a:lnTo>
                  <a:cubicBezTo>
                    <a:pt x="1894075" y="0"/>
                    <a:pt x="1920400" y="10904"/>
                    <a:pt x="1939810" y="30314"/>
                  </a:cubicBezTo>
                  <a:cubicBezTo>
                    <a:pt x="1959219" y="49723"/>
                    <a:pt x="1970123" y="76048"/>
                    <a:pt x="1970123" y="103497"/>
                  </a:cubicBezTo>
                  <a:lnTo>
                    <a:pt x="1970123" y="133569"/>
                  </a:lnTo>
                  <a:cubicBezTo>
                    <a:pt x="1970123" y="190729"/>
                    <a:pt x="1923786" y="237067"/>
                    <a:pt x="1866626" y="237067"/>
                  </a:cubicBezTo>
                  <a:lnTo>
                    <a:pt x="103497" y="237067"/>
                  </a:lnTo>
                  <a:cubicBezTo>
                    <a:pt x="46337" y="237067"/>
                    <a:pt x="0" y="190729"/>
                    <a:pt x="0" y="133569"/>
                  </a:cubicBezTo>
                  <a:lnTo>
                    <a:pt x="0" y="103497"/>
                  </a:lnTo>
                  <a:cubicBezTo>
                    <a:pt x="0" y="46337"/>
                    <a:pt x="46337" y="0"/>
                    <a:pt x="103497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0123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272088"/>
            <a:ext cx="2751424" cy="1028700"/>
            <a:chOff x="0" y="0"/>
            <a:chExt cx="724655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655" cy="270933"/>
            </a:xfrm>
            <a:custGeom>
              <a:avLst/>
              <a:gdLst/>
              <a:ahLst/>
              <a:cxnLst/>
              <a:rect r="r" b="b" t="t" l="l"/>
              <a:pathLst>
                <a:path h="270933" w="724655">
                  <a:moveTo>
                    <a:pt x="0" y="0"/>
                  </a:moveTo>
                  <a:lnTo>
                    <a:pt x="724655" y="0"/>
                  </a:lnTo>
                  <a:lnTo>
                    <a:pt x="724655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4655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77135" y="1028700"/>
            <a:ext cx="4998717" cy="6300788"/>
            <a:chOff x="0" y="0"/>
            <a:chExt cx="774432" cy="9761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4432" cy="976157"/>
            </a:xfrm>
            <a:custGeom>
              <a:avLst/>
              <a:gdLst/>
              <a:ahLst/>
              <a:cxnLst/>
              <a:rect r="r" b="b" t="t" l="l"/>
              <a:pathLst>
                <a:path h="976157" w="774432">
                  <a:moveTo>
                    <a:pt x="23232" y="0"/>
                  </a:moveTo>
                  <a:lnTo>
                    <a:pt x="751200" y="0"/>
                  </a:lnTo>
                  <a:cubicBezTo>
                    <a:pt x="764031" y="0"/>
                    <a:pt x="774432" y="10401"/>
                    <a:pt x="774432" y="23232"/>
                  </a:cubicBezTo>
                  <a:lnTo>
                    <a:pt x="774432" y="952925"/>
                  </a:lnTo>
                  <a:cubicBezTo>
                    <a:pt x="774432" y="965756"/>
                    <a:pt x="764031" y="976157"/>
                    <a:pt x="751200" y="976157"/>
                  </a:cubicBezTo>
                  <a:lnTo>
                    <a:pt x="23232" y="976157"/>
                  </a:lnTo>
                  <a:cubicBezTo>
                    <a:pt x="10401" y="976157"/>
                    <a:pt x="0" y="965756"/>
                    <a:pt x="0" y="952925"/>
                  </a:cubicBezTo>
                  <a:lnTo>
                    <a:pt x="0" y="23232"/>
                  </a:lnTo>
                  <a:cubicBezTo>
                    <a:pt x="0" y="10401"/>
                    <a:pt x="10401" y="0"/>
                    <a:pt x="23232" y="0"/>
                  </a:cubicBezTo>
                  <a:close/>
                </a:path>
              </a:pathLst>
            </a:custGeom>
            <a:blipFill>
              <a:blip r:embed="rId2"/>
              <a:stretch>
                <a:fillRect l="-13024" t="0" r="-13024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true" flipV="false" rot="0">
            <a:off x="1695432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0"/>
                </a:moveTo>
                <a:lnTo>
                  <a:pt x="0" y="0"/>
                </a:lnTo>
                <a:lnTo>
                  <a:pt x="0" y="236776"/>
                </a:lnTo>
                <a:lnTo>
                  <a:pt x="304980" y="236776"/>
                </a:lnTo>
                <a:lnTo>
                  <a:pt x="3049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96468" y="2105544"/>
            <a:ext cx="9540151" cy="504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9824" spc="-687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SLM-Based Agentic Coding Engine</a:t>
            </a:r>
          </a:p>
          <a:p>
            <a:pPr algn="l">
              <a:lnSpc>
                <a:spcPts val="982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643259" y="8619331"/>
            <a:ext cx="44325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Hania Khan &amp; Hamna Asif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53365" y="1305656"/>
            <a:ext cx="3075274" cy="1028700"/>
            <a:chOff x="0" y="0"/>
            <a:chExt cx="80994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949" cy="270933"/>
            </a:xfrm>
            <a:custGeom>
              <a:avLst/>
              <a:gdLst/>
              <a:ahLst/>
              <a:cxnLst/>
              <a:rect r="r" b="b" t="t" l="l"/>
              <a:pathLst>
                <a:path h="270933" w="809949">
                  <a:moveTo>
                    <a:pt x="0" y="0"/>
                  </a:moveTo>
                  <a:lnTo>
                    <a:pt x="809949" y="0"/>
                  </a:lnTo>
                  <a:lnTo>
                    <a:pt x="809949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0994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47431" y="9021524"/>
            <a:ext cx="7211869" cy="514350"/>
            <a:chOff x="0" y="0"/>
            <a:chExt cx="1899422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9422" cy="135467"/>
            </a:xfrm>
            <a:custGeom>
              <a:avLst/>
              <a:gdLst/>
              <a:ahLst/>
              <a:cxnLst/>
              <a:rect r="r" b="b" t="t" l="l"/>
              <a:pathLst>
                <a:path h="135467" w="1899422">
                  <a:moveTo>
                    <a:pt x="0" y="0"/>
                  </a:moveTo>
                  <a:lnTo>
                    <a:pt x="1899422" y="0"/>
                  </a:lnTo>
                  <a:lnTo>
                    <a:pt x="1899422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99422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95432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0"/>
                </a:moveTo>
                <a:lnTo>
                  <a:pt x="0" y="0"/>
                </a:lnTo>
                <a:lnTo>
                  <a:pt x="0" y="236776"/>
                </a:lnTo>
                <a:lnTo>
                  <a:pt x="304980" y="236776"/>
                </a:lnTo>
                <a:lnTo>
                  <a:pt x="3049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3539" y="5963324"/>
            <a:ext cx="16305761" cy="3232292"/>
          </a:xfrm>
          <a:custGeom>
            <a:avLst/>
            <a:gdLst/>
            <a:ahLst/>
            <a:cxnLst/>
            <a:rect r="r" b="b" t="t" l="l"/>
            <a:pathLst>
              <a:path h="3232292" w="16305761">
                <a:moveTo>
                  <a:pt x="0" y="0"/>
                </a:moveTo>
                <a:lnTo>
                  <a:pt x="16305761" y="0"/>
                </a:lnTo>
                <a:lnTo>
                  <a:pt x="16305761" y="3232293"/>
                </a:lnTo>
                <a:lnTo>
                  <a:pt x="0" y="3232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1656" y="1074821"/>
            <a:ext cx="4025547" cy="17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0"/>
              </a:lnSpc>
            </a:pPr>
            <a:r>
              <a:rPr lang="en-US" sz="13160" spc="-921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Goal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63310" y="1279315"/>
            <a:ext cx="735547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Turn a natural-language coding requirement into working code.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96337" y="3255670"/>
            <a:ext cx="805109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The system us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es Small Lan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gua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Models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(SLMs) w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it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n a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gen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tic work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flow.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6337" y="4452024"/>
            <a:ext cx="9681534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Ag</a:t>
            </a:r>
            <a:r>
              <a:rPr lang="en-US" sz="20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ents reason, retriev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 relevant documentation, g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ener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 code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, va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idate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 res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ul</a:t>
            </a:r>
            <a:r>
              <a:rPr lang="en-US" sz="2000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ts, and iterate when needed.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480" y="1396508"/>
            <a:ext cx="12084325" cy="8199121"/>
          </a:xfrm>
          <a:custGeom>
            <a:avLst/>
            <a:gdLst/>
            <a:ahLst/>
            <a:cxnLst/>
            <a:rect r="r" b="b" t="t" l="l"/>
            <a:pathLst>
              <a:path h="8199121" w="12084325">
                <a:moveTo>
                  <a:pt x="0" y="0"/>
                </a:moveTo>
                <a:lnTo>
                  <a:pt x="12084325" y="0"/>
                </a:lnTo>
                <a:lnTo>
                  <a:pt x="12084325" y="8199121"/>
                </a:lnTo>
                <a:lnTo>
                  <a:pt x="0" y="819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8530" y="1642153"/>
            <a:ext cx="466464" cy="488444"/>
          </a:xfrm>
          <a:custGeom>
            <a:avLst/>
            <a:gdLst/>
            <a:ahLst/>
            <a:cxnLst/>
            <a:rect r="r" b="b" t="t" l="l"/>
            <a:pathLst>
              <a:path h="488444" w="466464">
                <a:moveTo>
                  <a:pt x="0" y="0"/>
                </a:moveTo>
                <a:lnTo>
                  <a:pt x="466464" y="0"/>
                </a:lnTo>
                <a:lnTo>
                  <a:pt x="466464" y="488444"/>
                </a:lnTo>
                <a:lnTo>
                  <a:pt x="0" y="48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79477" y="6127701"/>
            <a:ext cx="411882" cy="457647"/>
          </a:xfrm>
          <a:custGeom>
            <a:avLst/>
            <a:gdLst/>
            <a:ahLst/>
            <a:cxnLst/>
            <a:rect r="r" b="b" t="t" l="l"/>
            <a:pathLst>
              <a:path h="457647" w="411882">
                <a:moveTo>
                  <a:pt x="0" y="0"/>
                </a:moveTo>
                <a:lnTo>
                  <a:pt x="411882" y="0"/>
                </a:lnTo>
                <a:lnTo>
                  <a:pt x="411882" y="457647"/>
                </a:lnTo>
                <a:lnTo>
                  <a:pt x="0" y="457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19414" y="4282285"/>
            <a:ext cx="589669" cy="533651"/>
          </a:xfrm>
          <a:custGeom>
            <a:avLst/>
            <a:gdLst/>
            <a:ahLst/>
            <a:cxnLst/>
            <a:rect r="r" b="b" t="t" l="l"/>
            <a:pathLst>
              <a:path h="533651" w="589669">
                <a:moveTo>
                  <a:pt x="0" y="0"/>
                </a:moveTo>
                <a:lnTo>
                  <a:pt x="589669" y="0"/>
                </a:lnTo>
                <a:lnTo>
                  <a:pt x="589669" y="533651"/>
                </a:lnTo>
                <a:lnTo>
                  <a:pt x="0" y="5336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70439" y="8431254"/>
            <a:ext cx="616182" cy="680864"/>
          </a:xfrm>
          <a:custGeom>
            <a:avLst/>
            <a:gdLst/>
            <a:ahLst/>
            <a:cxnLst/>
            <a:rect r="r" b="b" t="t" l="l"/>
            <a:pathLst>
              <a:path h="680864" w="616182">
                <a:moveTo>
                  <a:pt x="0" y="0"/>
                </a:moveTo>
                <a:lnTo>
                  <a:pt x="616182" y="0"/>
                </a:lnTo>
                <a:lnTo>
                  <a:pt x="616182" y="680864"/>
                </a:lnTo>
                <a:lnTo>
                  <a:pt x="0" y="680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32857" y="6127701"/>
            <a:ext cx="579946" cy="524851"/>
          </a:xfrm>
          <a:custGeom>
            <a:avLst/>
            <a:gdLst/>
            <a:ahLst/>
            <a:cxnLst/>
            <a:rect r="r" b="b" t="t" l="l"/>
            <a:pathLst>
              <a:path h="524851" w="579946">
                <a:moveTo>
                  <a:pt x="0" y="0"/>
                </a:moveTo>
                <a:lnTo>
                  <a:pt x="579946" y="0"/>
                </a:lnTo>
                <a:lnTo>
                  <a:pt x="579946" y="524851"/>
                </a:lnTo>
                <a:lnTo>
                  <a:pt x="0" y="524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80419" y="4337729"/>
            <a:ext cx="464575" cy="422763"/>
          </a:xfrm>
          <a:custGeom>
            <a:avLst/>
            <a:gdLst/>
            <a:ahLst/>
            <a:cxnLst/>
            <a:rect r="r" b="b" t="t" l="l"/>
            <a:pathLst>
              <a:path h="422763" w="464575">
                <a:moveTo>
                  <a:pt x="0" y="0"/>
                </a:moveTo>
                <a:lnTo>
                  <a:pt x="464575" y="0"/>
                </a:lnTo>
                <a:lnTo>
                  <a:pt x="464575" y="422763"/>
                </a:lnTo>
                <a:lnTo>
                  <a:pt x="0" y="422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4387" y="3042156"/>
            <a:ext cx="548470" cy="515562"/>
          </a:xfrm>
          <a:custGeom>
            <a:avLst/>
            <a:gdLst/>
            <a:ahLst/>
            <a:cxnLst/>
            <a:rect r="r" b="b" t="t" l="l"/>
            <a:pathLst>
              <a:path h="515562" w="548470">
                <a:moveTo>
                  <a:pt x="0" y="0"/>
                </a:moveTo>
                <a:lnTo>
                  <a:pt x="548470" y="0"/>
                </a:lnTo>
                <a:lnTo>
                  <a:pt x="548470" y="515562"/>
                </a:lnTo>
                <a:lnTo>
                  <a:pt x="0" y="5155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79477" y="8577436"/>
            <a:ext cx="518001" cy="388501"/>
          </a:xfrm>
          <a:custGeom>
            <a:avLst/>
            <a:gdLst/>
            <a:ahLst/>
            <a:cxnLst/>
            <a:rect r="r" b="b" t="t" l="l"/>
            <a:pathLst>
              <a:path h="388501" w="518001">
                <a:moveTo>
                  <a:pt x="0" y="0"/>
                </a:moveTo>
                <a:lnTo>
                  <a:pt x="518001" y="0"/>
                </a:lnTo>
                <a:lnTo>
                  <a:pt x="518001" y="388501"/>
                </a:lnTo>
                <a:lnTo>
                  <a:pt x="0" y="38850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68249" y="6127701"/>
            <a:ext cx="388602" cy="528711"/>
          </a:xfrm>
          <a:custGeom>
            <a:avLst/>
            <a:gdLst/>
            <a:ahLst/>
            <a:cxnLst/>
            <a:rect r="r" b="b" t="t" l="l"/>
            <a:pathLst>
              <a:path h="528711" w="388602">
                <a:moveTo>
                  <a:pt x="0" y="0"/>
                </a:moveTo>
                <a:lnTo>
                  <a:pt x="388602" y="0"/>
                </a:lnTo>
                <a:lnTo>
                  <a:pt x="388602" y="528711"/>
                </a:lnTo>
                <a:lnTo>
                  <a:pt x="0" y="528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2636" y="1045759"/>
            <a:ext cx="5311613" cy="181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1"/>
              </a:lnSpc>
            </a:pPr>
            <a:r>
              <a:rPr lang="en-US" sz="7011" spc="-490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System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636749"/>
            <a:ext cx="3779251" cy="301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  <a:spcBef>
                <a:spcPct val="0"/>
              </a:spcBef>
            </a:pPr>
            <a:r>
              <a:rPr lang="en-US" sz="2888" spc="-101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The orchestrator coordinates</a:t>
            </a:r>
            <a:r>
              <a:rPr lang="en-US" sz="2888" spc="-101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specialized agents through an iterative workflow</a:t>
            </a:r>
          </a:p>
          <a:p>
            <a:pPr algn="l">
              <a:lnSpc>
                <a:spcPts val="4043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960431" y="1396508"/>
            <a:ext cx="3075274" cy="1028700"/>
            <a:chOff x="0" y="0"/>
            <a:chExt cx="809949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949" cy="270933"/>
            </a:xfrm>
            <a:custGeom>
              <a:avLst/>
              <a:gdLst/>
              <a:ahLst/>
              <a:cxnLst/>
              <a:rect r="r" b="b" t="t" l="l"/>
              <a:pathLst>
                <a:path h="270933" w="809949">
                  <a:moveTo>
                    <a:pt x="0" y="0"/>
                  </a:moveTo>
                  <a:lnTo>
                    <a:pt x="809949" y="0"/>
                  </a:lnTo>
                  <a:lnTo>
                    <a:pt x="809949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0994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73652" y="3607762"/>
            <a:ext cx="13970833" cy="15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2"/>
              </a:lnSpc>
            </a:pPr>
            <a:r>
              <a:rPr lang="en-US" sz="11322" spc="-792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Live Demo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3017758" y="4257714"/>
            <a:ext cx="2178060" cy="1028700"/>
            <a:chOff x="0" y="0"/>
            <a:chExt cx="573645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645" cy="270933"/>
            </a:xfrm>
            <a:custGeom>
              <a:avLst/>
              <a:gdLst/>
              <a:ahLst/>
              <a:cxnLst/>
              <a:rect r="r" b="b" t="t" l="l"/>
              <a:pathLst>
                <a:path h="270933" w="573645">
                  <a:moveTo>
                    <a:pt x="0" y="0"/>
                  </a:moveTo>
                  <a:lnTo>
                    <a:pt x="573645" y="0"/>
                  </a:lnTo>
                  <a:lnTo>
                    <a:pt x="573645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FDFDFD">
                    <a:alpha val="10000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3645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73652" y="5322129"/>
            <a:ext cx="462857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Let’s see it in action.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DAHSAYzOHBY</dc:identifier>
  <dcterms:modified xsi:type="dcterms:W3CDTF">2011-08-01T06:04:30Z</dcterms:modified>
  <cp:revision>1</cp:revision>
  <dc:title>Black Purple and White Futuristic Deep Learning Presentation</dc:title>
</cp:coreProperties>
</file>